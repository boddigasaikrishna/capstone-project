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REVIEW – 1 | DEVOPS &amp; MLOPS ORCHESTRATION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DevOps &amp; MLOps Orchestration Pipeline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Unified Control Center for Infrastructure Telemetry, CI/CD Automation &amp; ML Lifecycle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23317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1480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TEAM LEAD &amp; ARCHITECT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Boddiga Sai Krishna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48456" y="3931920"/>
            <a:ext cx="23317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6" y="411480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FRONTEND &amp; UI/UX DEVELOPER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Nagamaheshwar Reddy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931920"/>
            <a:ext cx="23317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411480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BACKEND &amp; MLOPS SPECIALIST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Raghu Lakshman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808" y="3931920"/>
            <a:ext cx="23317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411480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ACADEMIC REVIEW PERIOD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Capstone Review – 1 (August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Introduction &amp; Operational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Modern development teams operate across separate, siloed administration consoles.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OPERATIONAL CHALLENGE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Tool Fragmentation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GitHub for source control, Jenkins for CI/CD builds, Docker/Kubernetes for containers, and MLflow for ML tracking.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Cognitive Overhead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Constant context-switching across browser tabs degrades incident response times and delays build visibility.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CORS Integration Barriers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Cross-Origin Resource Sharing (CORS) blocks local browser applications from triggering internal CI/CD automation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764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THE UNIFIED SOLUTION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Engineer a single-tenant React 18 dashboard combining live Git repository management, Jenkins build orchestration via Vite Reverse Proxy, and real-time 2.5s telemetry streams.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</a:defRPr>
            </a:pPr>
            <a:r>
              <a:t>✓ 1. Live GitHub REST API v3 Integration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</a:defRPr>
            </a:pPr>
            <a:r>
              <a:t>✓ 2. CORS-Bypassed Jenkins CI/CD Proxy (/jenkins-proxy)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</a:defRPr>
            </a:pPr>
            <a:r>
              <a:t>✓ 3. Real-Time Telemetry Stream (CPU, RAM, Latency)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</a:defRPr>
            </a:pPr>
            <a:r>
              <a:t>✓ 4. MLOps Model Version &amp; Accuracy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Effort &amp; Context Switching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Navigating between GitHub, Jenkins UI, Grafana, and MLflow creates context-switching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002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Documentation &amp; Build Drift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Build statuses and ML model metrics become desynchronized with active repository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CORS Security Restrictions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Browser cross-origin security rules block direct REST API triggering of internal Jenkins build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0040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3375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High APM Tool Costs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Existing enterprise APM tools (Grafana/Datadog) are complex and expensive for single-tenant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Lack of MLOps Integration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Traditional CI/CD tools lack native tracking for machine learning model training parameters and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937760"/>
            <a:ext cx="33375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507492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Delayed Visibility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Lack of unified real-time telemetry delays incident response and pipeline build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1345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</a:defRPr>
            </a:pPr>
            <a:r>
              <a:t>FORMAL PROBLEM STATEMENT</a:t>
            </a:r>
          </a:p>
          <a:p>
            <a:pPr>
              <a:spcBef>
                <a:spcPts val="2000"/>
              </a:spcBef>
              <a:defRPr sz="1600" b="1" i="1">
                <a:solidFill>
                  <a:srgbClr val="F8FAFC"/>
                </a:solidFill>
              </a:defRPr>
            </a:pPr>
            <a:r>
              <a:t>“Traditional DevOps platforms lack unified integration with machine learning lifecycles, causing fragmented telemetry, delayed build feedback, and CORS cross-origin integration barriers.”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🤖 Centralized Control Center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Develop a unified single-tenant web dashboard combining live GitHub repository management, Jenkins CI/CD execution, and ML model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🛡️ CORS-Bypassed Reverse Proxy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Establish a Vite reverse proxy (`/jenkins-proxy`) coupled with ngrok tunneling to eliminate cross-origin security blocks when triggering Jenkins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📊 Real-Time Telemetry Stream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Implement real-time 2.5-second refresh streams for CPU utilization, RAM consumption, and API response latency using Recharts.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84048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9776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🧠 MLOps Lifecycle Tracking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Integrate Supabase PostgreSQL to persist machine learning model versions, training parameters, accuracy metrics, and deployment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6304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600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Live Build &amp; Log Streaming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Provide one-click 'Build Now' pipeline triggers and stream live Jenkins build console logs directly into the browser terminal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40480"/>
            <a:ext cx="33375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9776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🚀 Sub-200ms Latency &amp; Modular Design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Ensure responsive performance (&lt;200ms API latency) with a modular architecture segregating `/frontend` (React 18) and `/backend` (Supabase).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CORE MISSION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Bridge traditional continuous delivery pipelines with machine learning operations under one unified, high-performance interface.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✓ Eliminate context switching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✓ Provide instantaneous build feedback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✓ Stream live system telemetry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✓ Ensure enterprise-grade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Proposed 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platform unifies developer repository events, Jenkins build execution, and MLOps metrics into one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GitHub Event Trigger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User authenticates via PAT; live commits, branches, and repo changes are monitored via API v3.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Vite Reverse Proxy (/jenkins-proxy)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Browser dispatches build triggers bypassing CORS restriction to internal Jenkins server (:8080).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Jenkins Build Orchestration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Jenkins executes build pipelines ('Skill 7', 'Maven-Build-Job') and streams live console logs to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Real-Time Telemetry &amp; MLOps Matrix</a:t>
            </a:r>
          </a:p>
          <a:p>
            <a:pPr>
              <a:spcBef>
                <a:spcPts val="200"/>
              </a:spcBef>
              <a:defRPr sz="1200">
                <a:solidFill>
                  <a:srgbClr val="F8FAFC"/>
                </a:solidFill>
              </a:defRPr>
            </a:pPr>
            <a:r>
              <a:t>Recharts streams 2.5s CPU/RAM/Latency metrics while Supabase persists ML model accuracy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 &amp; Layered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 1: CLIENT LAYER (Browser :5173)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React 18 + TypeScript UI  |  Recharts Real-Time Telemetry Stream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Renders dark glassmorphism dashboard, manages state, and displays live build console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LAYER 2: PROXY &amp; GATEWAY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Vite Reverse Proxy (/jenkins-proxy)  ──►  Localhost / ngrok Tunnel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Bypasses browser CORS cross-origin policies by forwarding API calls to internal Jenkins build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LAYER 3: INTEGRATIONS &amp; STORAGE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GitHub REST API v3  |  Jenkins CI/CD Server  |  Supabase PostgreSQL DB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Handles persistent storage of MLOps model versions, GitHub commit logs, and live build execution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Frontend Framework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React v18.3.1 &amp; TypeScript v5.5.3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Build Tool &amp; Bundler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Vite v5.4.8 (Reverse Proxy Configuration Enabled)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Styling &amp; Icons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Tailwind CSS v3.4.1 &amp; Lucide React v0.344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Data Visualization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Recharts v3.10.0 (Real-Time Infrastructure Telemetry)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46304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600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Backend &amp; Database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Supabase PostgreSQL BaaS &amp; @supabase/supabase-js v2.57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269748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28346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CI/CD Automation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Jenkins v2.528.1 &amp; GitHub REST API v3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93192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0975" y="4069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Local Proxy &amp; Tunnel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Vite Reverse Proxy (/jenkins-proxy) &amp; ngrok Tunnels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516636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0975" y="5303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Linting &amp; Code Quality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ESLint v9.9.1 &amp; Modular Architecture Segregation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Team Task Distribution &amp; Member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Boddiga Sai Krishna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Team Lead &amp; Full-Stack Architect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Primary Focus: System Architecture &amp; API Integration</a:t>
            </a:r>
          </a:p>
          <a:p>
            <a:pPr>
              <a:spcBef>
                <a:spcPts val="1400"/>
              </a:spcBef>
              <a:defRPr sz="1100" b="1">
                <a:solidFill>
                  <a:srgbClr val="38BDF8"/>
                </a:solidFill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Project Leadership &amp; System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Vite Reverse Proxy setup (/jenkins-proxy)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GitHub REST API v3 &amp; Jenkins REST Integration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CORS Cross-Origin Security Bypass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Nagamaheshwar Reddy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UI/UX &amp; Frontend Developer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Primary Focus: React Dashboard &amp; Telemetry Visualizations</a:t>
            </a:r>
          </a:p>
          <a:p>
            <a:pPr>
              <a:spcBef>
                <a:spcPts val="1400"/>
              </a:spcBef>
              <a:defRPr sz="1100" b="1">
                <a:solidFill>
                  <a:srgbClr val="818CF8"/>
                </a:solidFill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React 18 Component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Tailwind CSS Glassmorphism Design System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Recharts Infrastructure Telemetry Engine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Live Jenkins Terminal &amp; Build Inspector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375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Raghu Lakshman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MLOps &amp; Database Specialist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Primary Focus: Supabase Database &amp; ML Model Matrix</a:t>
            </a:r>
          </a:p>
          <a:p>
            <a:pPr>
              <a:spcBef>
                <a:spcPts val="1400"/>
              </a:spcBef>
              <a:defRPr sz="1100" b="1">
                <a:solidFill>
                  <a:srgbClr val="34D399"/>
                </a:solidFill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Supabase PostgreSQL Schema &amp; Migrations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ML Model Version &amp; Accuracy Matrix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Microservice Component Health Matrix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Quality Assurance, Unit Testing &amp; Audit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Expected Outcomes &amp; Key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⚡ Unified Single-Tenant Control Center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Consolidates GitHub, Jenkins UI, Grafana, and MLflow into one dark-themed React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🎯 100% CORS-Bypassed Proxy Routing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Seamless remote triggering of internal Jenkins builds without cross-origin browser security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📊 Real-Time Infrastructure Observability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Continuous 2.5-second telemetry streams for CPU, RAM, and Latency accompanied by component health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🧠 Integrated MLOps Lifecycle Matrix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Native tracking for ML model versions, framework parameters, training accuracy, and deployment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⚡ High-Performance Sub-200ms Latency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Lightweight, responsive UI built with Vite, React 18, and segregated modular frontend/backend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Roadmap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PHASE 1 (Aug 17–22, 2026) - COMPLETED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Capstone Review-1 Initiation, Problem Definition, Architecture, Live GitHub &amp; Jenkins Proxy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PHASE 2 (Sept 2026) - CONTAINERIZATION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Docker Engine Integration, Container metrics monitoring &amp; Kubernetes Cluster health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PHASE 3 (Oct 2026) - CLOUD &amp; MLOPS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AWS EC2/S3 Cloud integration &amp; Automated ML Model deployment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PHASE 4 (Nov 2026) - AUDIT &amp; FINAL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Final System Audit, Security Penetration Testing, Capstone Final Review &amp; Cloud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AI Incident Diagnostics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Integration of LLM agents for automated build failure root-cause analysis and log troubleshooting.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CAPSTONE REVIEW – 1 | DEVOPS &amp; MLOPS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971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SUMMARY OF PROJECT ACHIEVEMENTS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Bridged DevOps and MLOps Divide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   The platform successfully eliminates operational silos by bringing continuous integration build controls and machine learning lifecycle management into one interface.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Solved CORS Integration Barriers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   Engineered a robust Vite reverse proxy mechanism coupled with ngrok tunneling to allow secure browser interaction with local Jenkins servers.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Real-Time Telemetry Observability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   Integrated Recharts to stream infrastructure CPU, RAM, and latency metrics at 2.5-second intervals with microservice health monitoring.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Production-Ready Full-Stack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   Segregated modular frontend (React 18 + TypeScript + Vite) and backend (Supabase PostgreSQL) ensures scalable enterprise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88998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8FAFC"/>
                </a:solidFill>
              </a:defRPr>
            </a:pPr>
            <a:r>
              <a:t>DevOps &amp; MLOps Orchestration Pipeline Dashboard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818CF8"/>
                </a:solidFill>
              </a:defRPr>
            </a:pPr>
            <a:r>
              <a:t>Boddiga Sai Krishna (Lead)  |  Nagamaheshwar Reddy  |  Raghu Lakshman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Capstone Review – 1  |  Questions &amp; Answers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